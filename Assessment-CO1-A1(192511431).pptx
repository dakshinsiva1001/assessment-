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755332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05100" y="969010"/>
            <a:ext cx="2143760" cy="15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700">
                <a:solidFill>
                  <a:srgbClr val="000000"/>
                </a:solidFill>
                <a:latin typeface="Roboto Regular"/>
              </a:rPr>
              <a:t>SIMATS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3540" y="1217930"/>
            <a:ext cx="170561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ASSESSMENT TOOL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931670"/>
            <a:ext cx="239268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COURSE NAME:Computer Networks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0940" y="1936750"/>
            <a:ext cx="149606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COURSE CODE:CSA07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2832100"/>
            <a:ext cx="1410970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OUTCOME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3187700"/>
            <a:ext cx="6837680" cy="1485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CO1: Apply the functions of OSI layer in enabling reliable data transmission across networks.</a:t>
            </a:r>
            <a:r>
              <a:rPr spc="-100" sz="1000">
                <a:solidFill>
                  <a:srgbClr val="000000"/>
                </a:solidFill>
                <a:latin typeface="Roboto Regular"/>
              </a:rPr>
              <a:t> (BL2, BL3)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" y="3550920"/>
            <a:ext cx="22898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Assessment Tool Weightage: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500" y="4462780"/>
            <a:ext cx="764539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Annexure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9400" y="4813300"/>
            <a:ext cx="1541779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SHORT ANSWER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00" y="6046470"/>
            <a:ext cx="95631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Dr.V.Parthipan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" y="6407150"/>
            <a:ext cx="117475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Code of Conduct: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" y="6762750"/>
            <a:ext cx="6780530" cy="157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I ___________________ (Name / Reg No) certify that this submission is my original work and that I have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" y="6951980"/>
            <a:ext cx="54991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adhered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6925309"/>
            <a:ext cx="31889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to the guidelines specified for this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7131050"/>
            <a:ext cx="602361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I understand that any violation of academic integrity rules will result in disciplinary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" y="7679690"/>
            <a:ext cx="246253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Signature of the student:</a:t>
            </a:r>
            <a:r>
              <a:rPr spc="-100" sz="1400">
                <a:solidFill>
                  <a:srgbClr val="000000"/>
                </a:solidFill>
                <a:latin typeface="Roboto Regular"/>
              </a:rPr>
              <a:t> Dakshin 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10605770"/>
          <a:ext cx="147320" cy="81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81279">
                <a:tc>
                  <a:txBody>
                    <a:bodyPr/>
                    <a:lstStyle/>
                    <a:p>
                      <a:pPr>
                        <a:lnSpc>
                          <a:spcPts val="62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05370" y="10605770"/>
          <a:ext cx="148589" cy="68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68579">
                <a:tc>
                  <a:txBody>
                    <a:bodyPr/>
                    <a:lstStyle/>
                    <a:p>
                      <a:pPr>
                        <a:lnSpc>
                          <a:spcPts val="62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" y="1583690"/>
            <a:ext cx="3846829" cy="1714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1: Transport and Data Link Layer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1903730"/>
            <a:ext cx="82931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2155190"/>
            <a:ext cx="1385570" cy="1358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File Size = 150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2402840"/>
            <a:ext cx="164465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Bandwidth = 50 Mbps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2200" y="2636520"/>
            <a:ext cx="2081529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Segment Size = 1500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2200" y="2848610"/>
            <a:ext cx="3089910" cy="173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Data Link Overhead = 40 Bytes per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3890"/>
            <a:ext cx="62865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44570"/>
            <a:ext cx="3625850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Segments = File Size / Segment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9690"/>
            <a:ext cx="93980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7670"/>
            <a:ext cx="214757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150 MB = 150 × 1024 × 1024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9620"/>
            <a:ext cx="1539239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157,286,400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16170"/>
            <a:ext cx="1634489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65420"/>
            <a:ext cx="159512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157,286,400 / 1500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18480"/>
            <a:ext cx="1530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≈104,858 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34710"/>
            <a:ext cx="142875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Frames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94120"/>
            <a:ext cx="136271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104,858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612890"/>
            <a:ext cx="115697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Total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971030"/>
            <a:ext cx="110998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104,858 ×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313930"/>
            <a:ext cx="134873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4,194,320 Bytes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0" y="10605770"/>
          <a:ext cx="147320" cy="81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81279">
                <a:tc>
                  <a:txBody>
                    <a:bodyPr/>
                    <a:lstStyle/>
                    <a:p>
                      <a:pPr>
                        <a:lnSpc>
                          <a:spcPts val="62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405370" y="10605770"/>
          <a:ext cx="148589" cy="68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68579">
                <a:tc>
                  <a:txBody>
                    <a:bodyPr/>
                    <a:lstStyle/>
                    <a:p>
                      <a:pPr>
                        <a:lnSpc>
                          <a:spcPts val="62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012190"/>
            <a:ext cx="1748789" cy="1358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Total Data Transmitted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0330"/>
            <a:ext cx="198628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157,286,400 + 4,194,320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3230"/>
            <a:ext cx="1539239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161,480,720 Bytes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2000"/>
            <a:ext cx="111252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Convert to 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88870"/>
            <a:ext cx="133858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161,480,720 ×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7800"/>
            <a:ext cx="152018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1,291,845,760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46730"/>
            <a:ext cx="144653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Transmission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08679"/>
            <a:ext cx="218567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1,291,845,760 / 50,000,000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6340"/>
            <a:ext cx="120650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≈25.84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8290"/>
            <a:ext cx="88900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0710"/>
            <a:ext cx="578485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The Transport Layer divides the file into manageable segments and provides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79950"/>
            <a:ext cx="582803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error recovery through acknowledgments and retransmissions. The Data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25060"/>
            <a:ext cx="6111240" cy="173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Layer encapsulates each segment into frames, adds addressing information, 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2710"/>
            <a:ext cx="5270500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performs error detection using CRC to ensure reliable communication.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61050"/>
            <a:ext cx="270637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2: Sliding Window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89980"/>
            <a:ext cx="82931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2200" y="6451600"/>
            <a:ext cx="1856739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Window Size = 6 Frames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200" y="6708140"/>
            <a:ext cx="136271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Total Frames = 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051040"/>
            <a:ext cx="93980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392670"/>
            <a:ext cx="154940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7741920"/>
            <a:ext cx="56641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48 /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079740"/>
            <a:ext cx="967739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8 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421370"/>
            <a:ext cx="264922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If one frame is lost in each window: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8770620"/>
            <a:ext cx="127000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Retransmissions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9113520"/>
            <a:ext cx="5003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8 ×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9456420"/>
            <a:ext cx="8483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8 Frames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0" y="10586720"/>
          <a:ext cx="147320" cy="100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00329">
                <a:tc>
                  <a:txBody>
                    <a:bodyPr/>
                    <a:lstStyle/>
                    <a:p>
                      <a:pPr>
                        <a:lnSpc>
                          <a:spcPts val="76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05370" y="10586720"/>
          <a:ext cx="148589" cy="87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87629">
                <a:tc>
                  <a:txBody>
                    <a:bodyPr/>
                    <a:lstStyle/>
                    <a:p>
                      <a:pPr>
                        <a:lnSpc>
                          <a:spcPts val="76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031240"/>
            <a:ext cx="88900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2870"/>
            <a:ext cx="572770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Flow control prevents the sender from overwhelming the receiver by limiting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10360"/>
            <a:ext cx="505460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the number of frames sent before acknowledgment. This improves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721100" cy="208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communication efficiency and avoids congestion.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9970"/>
            <a:ext cx="2197100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3: IP Fragmentation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93820"/>
            <a:ext cx="8293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2200" y="4136390"/>
            <a:ext cx="204088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Packet Size = 12,000 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4370070"/>
            <a:ext cx="1394460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MTU = 1500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200" y="4593590"/>
            <a:ext cx="15875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IP Header = 20 Bytes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27600"/>
            <a:ext cx="9398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94630"/>
            <a:ext cx="22339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Maximum Data per Fragment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7370"/>
            <a:ext cx="8432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1500 −20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986789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1480 Bytes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25870"/>
            <a:ext cx="1676400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Fragments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661150"/>
            <a:ext cx="1766570" cy="184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Ceiling(12000 / 1480)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018020"/>
            <a:ext cx="109601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9 Fragments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336790"/>
            <a:ext cx="133731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Header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684770"/>
            <a:ext cx="5956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9 ×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8046720"/>
            <a:ext cx="89153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180 Bytes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8394700"/>
            <a:ext cx="88900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8735060"/>
            <a:ext cx="5476240" cy="173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The Network Layer fragments packets when they exceed the MTU. 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953500"/>
            <a:ext cx="558800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fragment carries identification information so the destination can correctly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9222740"/>
            <a:ext cx="232156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reassemble the original packet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10577830"/>
          <a:ext cx="147320" cy="109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09220">
                <a:tc>
                  <a:txBody>
                    <a:bodyPr/>
                    <a:lstStyle/>
                    <a:p>
                      <a:pPr>
                        <a:lnSpc>
                          <a:spcPts val="84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405370" y="10577830"/>
          <a:ext cx="148589" cy="96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96520">
                <a:tc>
                  <a:txBody>
                    <a:bodyPr/>
                    <a:lstStyle/>
                    <a:p>
                      <a:pPr>
                        <a:lnSpc>
                          <a:spcPts val="84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031240"/>
            <a:ext cx="270637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4: Sliding Window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60170"/>
            <a:ext cx="8293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1612900"/>
            <a:ext cx="1856739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Window Size = 6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1879600"/>
            <a:ext cx="136271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Total Frames =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2500"/>
            <a:ext cx="93980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5400"/>
            <a:ext cx="175895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Transmission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3380"/>
            <a:ext cx="566419" cy="138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48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51200"/>
            <a:ext cx="967739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8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9179"/>
            <a:ext cx="127000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Retransmissions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42079"/>
            <a:ext cx="84836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8 Frames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8950"/>
            <a:ext cx="88900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0100"/>
            <a:ext cx="596900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Flow control manages data transmission speed and ensures efficient utilization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57750"/>
            <a:ext cx="522351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of network resources while preventing buffer overflow at the receiver.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5300"/>
            <a:ext cx="320929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5: Session Layer Synchronization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13120"/>
            <a:ext cx="8293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2200" y="6165850"/>
            <a:ext cx="1852929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Video File Size = 600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2200" y="6413500"/>
            <a:ext cx="212979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Checkpoint Interval = 60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200" y="6658609"/>
            <a:ext cx="1687829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Failure After = 390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004050"/>
            <a:ext cx="9398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366000"/>
            <a:ext cx="159385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Checkpoints Created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7694930"/>
            <a:ext cx="623569" cy="13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390 / 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051800"/>
            <a:ext cx="1215389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6 Checkpoints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394700"/>
            <a:ext cx="122936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Last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8723630"/>
            <a:ext cx="720089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360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9066530"/>
            <a:ext cx="1424939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Data to Retransmit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10567670"/>
          <a:ext cx="147320" cy="1193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19379">
                <a:tc>
                  <a:txBody>
                    <a:bodyPr/>
                    <a:lstStyle/>
                    <a:p>
                      <a:pPr>
                        <a:lnSpc>
                          <a:spcPts val="92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405370" y="10567670"/>
          <a:ext cx="148589" cy="1066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06679">
                <a:tc>
                  <a:txBody>
                    <a:bodyPr/>
                    <a:lstStyle/>
                    <a:p>
                      <a:pPr>
                        <a:lnSpc>
                          <a:spcPts val="92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017269"/>
            <a:ext cx="8432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390 −360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60170"/>
            <a:ext cx="62484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30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7039"/>
            <a:ext cx="88900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8670"/>
            <a:ext cx="5636259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Synchronization checkpoints enable communication recovery from the 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96160"/>
            <a:ext cx="5990590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saved state instead of restarting the entire transfer, saving bandwidth and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4500"/>
            <a:ext cx="453263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6: Presentation Layer Compression and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3429"/>
            <a:ext cx="82931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3556000"/>
            <a:ext cx="1634489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Original File = 900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200" y="3789679"/>
            <a:ext cx="1499870" cy="163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Compression =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200" y="4013200"/>
            <a:ext cx="19685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Encryption Overhead = 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37050"/>
            <a:ext cx="9398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9000"/>
            <a:ext cx="1329689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Compressed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36820"/>
            <a:ext cx="92836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900 × 0.60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79720"/>
            <a:ext cx="72008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540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36590"/>
            <a:ext cx="11226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Encrypted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65520"/>
            <a:ext cx="92836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540 × 1.05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10960"/>
            <a:ext cx="720089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567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765290"/>
            <a:ext cx="167258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Reduction Percentage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099300"/>
            <a:ext cx="1957070" cy="184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((900 −567) / 900)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437120"/>
            <a:ext cx="4533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7793990"/>
            <a:ext cx="88900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136890"/>
            <a:ext cx="55930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The Presentation Layer compresses data to reduce transmission time 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354059"/>
            <a:ext cx="5781040" cy="208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encrypts data to maintain confidentiality and security during communication.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0" y="1053973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4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405370" y="10539730"/>
          <a:ext cx="148589" cy="134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34620">
                <a:tc>
                  <a:txBody>
                    <a:bodyPr/>
                    <a:lstStyle/>
                    <a:p>
                      <a:pPr>
                        <a:lnSpc>
                          <a:spcPts val="114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019810"/>
            <a:ext cx="2269490" cy="15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7: FTP Data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51280"/>
            <a:ext cx="82931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1607820"/>
            <a:ext cx="12522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Data Size = 3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1850389"/>
            <a:ext cx="181356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Throughput = 120 Mbps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2200" y="2084070"/>
            <a:ext cx="15570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Request Size = 3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13000"/>
            <a:ext cx="93980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0980"/>
            <a:ext cx="35814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3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3880"/>
            <a:ext cx="81533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3072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8210"/>
            <a:ext cx="15684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89679"/>
            <a:ext cx="756919" cy="138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3072 /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51629"/>
            <a:ext cx="1272539" cy="163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1024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75480"/>
            <a:ext cx="152146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Convert Data to 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18380"/>
            <a:ext cx="78613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3072 ×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250"/>
            <a:ext cx="93853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24,576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13070"/>
            <a:ext cx="14465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Transmission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75020"/>
            <a:ext cx="108077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24,576 / 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03950"/>
            <a:ext cx="12446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204.8 seconds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565900"/>
            <a:ext cx="88900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877050"/>
            <a:ext cx="491744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The Application Layer provides services such as file transfer,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146290"/>
            <a:ext cx="575564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authentication, error handling, and reliable communication through protocols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7374890"/>
            <a:ext cx="61976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like FTP.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0" y="1053973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4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05370" y="10539730"/>
          <a:ext cx="148589" cy="134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34620">
                <a:tc>
                  <a:txBody>
                    <a:bodyPr/>
                    <a:lstStyle/>
                    <a:p>
                      <a:pPr>
                        <a:lnSpc>
                          <a:spcPts val="114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412240"/>
            <a:ext cx="28511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8: End-to-End Delay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41170"/>
            <a:ext cx="8293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98040"/>
            <a:ext cx="186182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Application Delay = 4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0940"/>
            <a:ext cx="175133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Transport Delay = 3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3840"/>
            <a:ext cx="166243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Network Delay = 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6740"/>
            <a:ext cx="172847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Data Link Delay = 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9640"/>
            <a:ext cx="16433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Physical Delay = 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12540"/>
            <a:ext cx="2032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Propagation Delay = 18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5440"/>
            <a:ext cx="212979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Transmission Delay = 12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9450"/>
            <a:ext cx="9398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51400"/>
            <a:ext cx="84581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Total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20243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4 + 3 + 5 + 2 + 1 + 18 + 12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4660"/>
            <a:ext cx="60579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45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88990"/>
            <a:ext cx="88900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01410"/>
            <a:ext cx="518287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Each OSI layer performs specific processing functions. Together with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70650"/>
            <a:ext cx="571754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transmission and propagation delays, they contribute to the total 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718300"/>
            <a:ext cx="2329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delay experienced by a packet.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039609"/>
            <a:ext cx="3365500" cy="208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9: Protocol Overhead and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399020"/>
            <a:ext cx="8293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2200" y="7659370"/>
            <a:ext cx="154940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Useful Data = 80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200" y="7913370"/>
            <a:ext cx="187578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Frame Size = 1600 Bytes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62200" y="8136890"/>
            <a:ext cx="156717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Overhead = 80 Bytes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470900"/>
            <a:ext cx="9398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8830310"/>
            <a:ext cx="169798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Useful Data per Frame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9170670"/>
            <a:ext cx="8432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1600 −80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9532620"/>
            <a:ext cx="98678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1520 Bytes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0" y="10596880"/>
          <a:ext cx="147320" cy="90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9017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05370" y="10596880"/>
          <a:ext cx="148589" cy="77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7747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017269"/>
            <a:ext cx="4914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80 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9220"/>
            <a:ext cx="144398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83,886,080 Bytes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6720"/>
            <a:ext cx="142875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6130"/>
            <a:ext cx="149987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83,886,080 / 1520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88870"/>
            <a:ext cx="122936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≈55,188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07640"/>
            <a:ext cx="1156970" cy="1358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Total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5780"/>
            <a:ext cx="101473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55,188 × 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08679"/>
            <a:ext cx="134873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4,415,040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4750"/>
            <a:ext cx="177927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Transmission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80510"/>
            <a:ext cx="161417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(1520 / 1600) ×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27220"/>
            <a:ext cx="4533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4090"/>
            <a:ext cx="88900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6990"/>
            <a:ext cx="58166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Protocol overhead consumes additional bandwidth. Higher overhead reduces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4160"/>
            <a:ext cx="5598159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efficiency because more bytes are used for control information rather than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91810"/>
            <a:ext cx="89408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useful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89040"/>
            <a:ext cx="4039870" cy="15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Question 10: Healthcare IoT Network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617970"/>
            <a:ext cx="8293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Given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200" y="6870700"/>
            <a:ext cx="192786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Medical Record = 240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2200" y="7113270"/>
            <a:ext cx="14998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Compression = 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2200" y="7341870"/>
            <a:ext cx="208152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Segment Size = 1400 Bytes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200" y="7565390"/>
            <a:ext cx="20955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Frame Overhead = 60 Bytes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7899400"/>
            <a:ext cx="9398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Calculations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261350"/>
            <a:ext cx="1634489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Compressed File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8590280"/>
            <a:ext cx="928369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240 × 0.70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8933180"/>
            <a:ext cx="720089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168 MB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9290050"/>
            <a:ext cx="19748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Compressed Size in Bytes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0" y="10596880"/>
          <a:ext cx="147320" cy="90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9017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05370" y="10596880"/>
          <a:ext cx="148589" cy="77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7747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5370" y="0"/>
          <a:ext cx="148589" cy="14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147320">
                <a:tc>
                  <a:txBody>
                    <a:bodyPr/>
                    <a:lstStyle/>
                    <a:p>
                      <a:pPr>
                        <a:lnSpc>
                          <a:spcPts val="113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40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998219"/>
            <a:ext cx="15290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168 × 1024 × 1024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60170"/>
            <a:ext cx="153923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176,160,768 Bytes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6720"/>
            <a:ext cx="1634489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Number of 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7080"/>
            <a:ext cx="159512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176,160,768 / 1400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9980"/>
            <a:ext cx="1530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≈125,829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8750"/>
            <a:ext cx="11569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Total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55620"/>
            <a:ext cx="110998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125,829 ×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98520"/>
            <a:ext cx="1348739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7,549,740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7290"/>
            <a:ext cx="172847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Final Data Transmitted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75429"/>
            <a:ext cx="198628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176,160,768 + 7,549,740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27220"/>
            <a:ext cx="1539239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= 183,710,508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07940"/>
            <a:ext cx="88900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5450840"/>
            <a:ext cx="618744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The Presentation Layer compresses data, the Transport Layer segments data,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87060"/>
            <a:ext cx="5553710" cy="173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Data Link Layer frames data and adds error-checking information, and the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37250"/>
            <a:ext cx="60502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Physical Layer transmits the data. Together, these layers ensure secure, reliable,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5210"/>
            <a:ext cx="219964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and efficient communication.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841490"/>
            <a:ext cx="840739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202170"/>
            <a:ext cx="595249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This assignment demonstrated the practical application of OSI model concepts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7449820"/>
            <a:ext cx="597789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through numerical calculations involving segmentation, framing, fragmentation,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7658100"/>
            <a:ext cx="591312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synchronization, compression, encryption, flow control, and network efficiency.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7934959"/>
            <a:ext cx="5967730" cy="173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The results show how different layers cooperate to provide reliable, secure, 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153400"/>
            <a:ext cx="3931920" cy="208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efficient communication across computer networks.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849360"/>
            <a:ext cx="86868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9213850"/>
            <a:ext cx="449199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1. Forouzan, B. A. – Data Communications and Networking.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9556750"/>
            <a:ext cx="368554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000000"/>
                </a:solidFill>
                <a:latin typeface="Roboto Regular"/>
              </a:rPr>
              <a:t>2. Andrew S. Tanenbaum – Computer Networks.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10577830"/>
          <a:ext cx="147320" cy="109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"/>
              </a:tblGrid>
              <a:tr h="109220">
                <a:tc>
                  <a:txBody>
                    <a:bodyPr/>
                    <a:lstStyle/>
                    <a:p>
                      <a:pPr>
                        <a:lnSpc>
                          <a:spcPts val="84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40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405370" y="10577830"/>
          <a:ext cx="148589" cy="96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89"/>
              </a:tblGrid>
              <a:tr h="96520">
                <a:tc>
                  <a:txBody>
                    <a:bodyPr/>
                    <a:lstStyle/>
                    <a:p>
                      <a:pPr>
                        <a:lnSpc>
                          <a:spcPts val="84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15100"/>
            <a:ext cx="5727700" cy="190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534150"/>
            <a:ext cx="5734050" cy="127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8477250"/>
            <a:ext cx="5727700" cy="127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8496300"/>
            <a:ext cx="5734050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